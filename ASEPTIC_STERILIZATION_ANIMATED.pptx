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tableStyles" Target="tableStyles.xml" /><Relationship Id="rId3" Type="http://schemas.openxmlformats.org/officeDocument/2006/relationships/customXml" Target="../customXml/item3.xml" /><Relationship Id="rId7" Type="http://schemas.openxmlformats.org/officeDocument/2006/relationships/slide" Target="slides/slide3.xml" /><Relationship Id="rId12" Type="http://schemas.openxmlformats.org/officeDocument/2006/relationships/theme" Target="theme/theme1.xml" /><Relationship Id="rId2" Type="http://schemas.openxmlformats.org/officeDocument/2006/relationships/customXml" Target="../customXml/item2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viewProps" Target="viewProps.xml" /><Relationship Id="rId5" Type="http://schemas.openxmlformats.org/officeDocument/2006/relationships/slide" Target="slides/slide1.xml" /><Relationship Id="rId10" Type="http://schemas.openxmlformats.org/officeDocument/2006/relationships/presProps" Target="presProps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B0FA3-0614-C358-5809-646D139CEE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C21799-F1D0-3A4A-9A27-C73893B3E4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A393C-54D1-9DE5-F43A-C217BB52A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65FC-8FA6-4F62-903C-EF65267AB36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DE0C0-5FDF-27F2-5657-F39E1ADFB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A7DFF-2D47-C6AC-BAC1-8CA2339EF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480FB-27BB-46B2-A9BB-510A5724F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33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0DA86-98C0-696E-1E9D-1EE93F8D7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54FAA-45F4-1D4B-BB62-A87759CB4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56B01-0124-93D0-04F0-C39CB4C70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65FC-8FA6-4F62-903C-EF65267AB36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4B7E9-5A10-AAFF-3154-4DF0B8268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A01AF-19C7-064A-5C3A-83FB051A6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480FB-27BB-46B2-A9BB-510A5724F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092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A2180-44B2-80C9-33F4-1F42BC904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111CA-52D5-6D14-336D-AC0AB29AC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5A516-B672-1DEB-85E6-894FDE4D1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65FC-8FA6-4F62-903C-EF65267AB36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3EA2C-F005-CBFA-13F7-C8E32CE41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64205-3208-769E-5C98-107BD1D36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480FB-27BB-46B2-A9BB-510A5724F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248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1C7EA-F995-8E66-939A-217524D80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E3F63-E898-9CB3-9045-36349CA880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2318F4-80F2-3AA3-81F7-9A459EED79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3E7853-43D0-4E13-9BA6-3C56F4563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65FC-8FA6-4F62-903C-EF65267AB36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747BF0-9750-1EE9-F71B-5B0A9614F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038A5-932B-6563-48C6-FF38FABB2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480FB-27BB-46B2-A9BB-510A5724F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648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C86E9-E67E-CAE2-7B06-606968A05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894165-AC04-CFDF-A4FB-3C1255766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2CE61E-E724-7EB1-8F5E-0AFA70A20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58CD6D-DE86-B5E7-8D91-4F12E7B634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159E67-225B-72DC-716C-0073153215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014801-4BA4-5F3E-2BE1-E05A57A89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65FC-8FA6-4F62-903C-EF65267AB36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AFC39A-A534-3E57-6B8E-994C16065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4C14DE-1393-054A-598D-D40636642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480FB-27BB-46B2-A9BB-510A5724F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740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32F25-3913-C6F9-EA76-84D24DA11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F77173-FECE-A18F-3318-B4176870B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65FC-8FA6-4F62-903C-EF65267AB36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B6D3BF-B86E-43B2-2BCA-FF35B16C5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4160D-2BD5-325A-D020-1CE707B4D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480FB-27BB-46B2-A9BB-510A5724F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041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4D9421-FF65-F2B2-885F-4D7AE7C6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65FC-8FA6-4F62-903C-EF65267AB36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51E501-DE06-E6F9-BA68-15F879CC9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81358-C1FB-A4E3-925C-2E9880DBE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480FB-27BB-46B2-A9BB-510A5724F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68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FBC7A-0F6C-46B9-5281-5275DA3F4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04C73-4860-20F6-A3B9-0194F5FDD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8ADC50-2FB3-19D3-3565-6DBD37D36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B90077-2224-7F9C-DBDB-BF60D91B2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65FC-8FA6-4F62-903C-EF65267AB36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940D4-0969-AD81-78E4-AF5160CF7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ED3F0-F776-4238-E8AD-66B57177A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480FB-27BB-46B2-A9BB-510A5724F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409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666B0-71F9-9BCA-32AA-58B6EDA40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E4B19C-8BCD-26B1-227B-469AC031DC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C10886-BA1B-BDDF-4171-E2C50F652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A43D98-C540-50A5-4A33-6E1DBF37C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65FC-8FA6-4F62-903C-EF65267AB36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E5BE8A-0CF3-7A08-3C30-36278FAB5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0C920-CBE7-9125-560A-2A7F0083F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480FB-27BB-46B2-A9BB-510A5724F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877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70AC5-1E9A-325F-2D53-20AA6A878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3992BD-AB97-A52B-F745-F1C60F7E09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91A89-2552-A5E2-A002-66A57A79D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65FC-8FA6-4F62-903C-EF65267AB36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7653B-B592-D448-66EA-201F10F8E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B6908-4F50-27C7-66BA-28382F8A1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480FB-27BB-46B2-A9BB-510A5724F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062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41629C-8D09-5337-4B24-D67E3DCBE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0AC8D6-6CB6-D83E-02AE-6D5D5F2DD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60518-40AD-039E-4D12-03E44CD7F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65FC-8FA6-4F62-903C-EF65267AB36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64268-3DFB-1DF9-A2C1-748215160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93381-F7A6-5EAA-F824-05CB22209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480FB-27BB-46B2-A9BB-510A5724F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831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240480-35C1-C995-8F73-0BDFABD18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B1B816-6C48-5E42-7120-5FBE630E9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0F784-B5BB-22FE-1507-B7C869DBEA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2E65FC-8FA6-4F62-903C-EF65267AB36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F517C-3B61-FFCB-7042-027AF814D4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619EF-3861-C118-5FE7-023FD077A7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A480FB-27BB-46B2-A9BB-510A5724F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555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EF95-C988-0504-E8BD-95127B7501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ASEPTIC STERILIZATION AND PACKING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BBA1C5-86AE-08C6-CB92-EEF165A89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en-IN" dirty="0"/>
              <a:t>SIP, PRODUCTION, CIP OPERATIONS PROCESS FLOW DAIGRAMS</a:t>
            </a:r>
          </a:p>
        </p:txBody>
      </p:sp>
    </p:spTree>
    <p:extLst>
      <p:ext uri="{BB962C8B-B14F-4D97-AF65-F5344CB8AC3E}">
        <p14:creationId xmlns:p14="http://schemas.microsoft.com/office/powerpoint/2010/main" val="2162076890"/>
      </p:ext>
    </p:extLst>
  </p:cSld>
  <p:clrMapOvr>
    <a:masterClrMapping/>
  </p:clrMapOvr>
  <p:transition spd="med" advClick="1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1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  <p:nextCondLst>
                <p:cond evt="onNextClick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3" grpId="1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9BE57B-1C76-7E59-2F88-CA173FB25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942" y="643467"/>
            <a:ext cx="9904116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E1B0E6-9F5D-3DD6-42F5-CFC3998120FA}"/>
              </a:ext>
            </a:extLst>
          </p:cNvPr>
          <p:cNvSpPr txBox="1"/>
          <p:nvPr/>
        </p:nvSpPr>
        <p:spPr>
          <a:xfrm>
            <a:off x="2841744" y="285726"/>
            <a:ext cx="65085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STERILIZATION IN PLACE (SIP)</a:t>
            </a:r>
          </a:p>
        </p:txBody>
      </p:sp>
    </p:spTree>
    <p:extLst>
      <p:ext uri="{BB962C8B-B14F-4D97-AF65-F5344CB8AC3E}">
        <p14:creationId xmlns:p14="http://schemas.microsoft.com/office/powerpoint/2010/main" val="2979298556"/>
      </p:ext>
    </p:extLst>
  </p:cSld>
  <p:clrMapOvr>
    <a:masterClrMapping/>
  </p:clrMapOvr>
  <p:transition spd="fast" advClick="1">
    <p:push dir="l"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  <p:nextCondLst>
                <p:cond evt="onNextClick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3" grpId="1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5093B5-E871-EBF0-C3DC-3A46646ACB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942" y="643467"/>
            <a:ext cx="9904116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6FDE51-D634-801F-CD52-994C51C4A7CF}"/>
              </a:ext>
            </a:extLst>
          </p:cNvPr>
          <p:cNvSpPr txBox="1"/>
          <p:nvPr/>
        </p:nvSpPr>
        <p:spPr>
          <a:xfrm>
            <a:off x="4599533" y="351079"/>
            <a:ext cx="29899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</a:t>
            </a:r>
          </a:p>
        </p:txBody>
      </p:sp>
    </p:spTree>
    <p:extLst>
      <p:ext uri="{BB962C8B-B14F-4D97-AF65-F5344CB8AC3E}">
        <p14:creationId xmlns:p14="http://schemas.microsoft.com/office/powerpoint/2010/main" val="3947074260"/>
      </p:ext>
    </p:extLst>
  </p:cSld>
  <p:clrMapOvr>
    <a:masterClrMapping/>
  </p:clrMapOvr>
  <p:transition spd="fast" advClick="1">
    <p:push dir="l"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  <p:nextCondLst>
                <p:cond evt="onNextClick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3" grpId="1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D334C8-84D1-83D8-39B3-21EA4D97D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942" y="643467"/>
            <a:ext cx="9904116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31C337-D449-1AFD-CF3B-21EAFEE9319F}"/>
              </a:ext>
            </a:extLst>
          </p:cNvPr>
          <p:cNvSpPr txBox="1"/>
          <p:nvPr/>
        </p:nvSpPr>
        <p:spPr>
          <a:xfrm>
            <a:off x="3329056" y="285726"/>
            <a:ext cx="55338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IN PLACE (CIP)</a:t>
            </a:r>
          </a:p>
        </p:txBody>
      </p:sp>
    </p:spTree>
    <p:extLst>
      <p:ext uri="{BB962C8B-B14F-4D97-AF65-F5344CB8AC3E}">
        <p14:creationId xmlns:p14="http://schemas.microsoft.com/office/powerpoint/2010/main" val="3291410966"/>
      </p:ext>
    </p:extLst>
  </p:cSld>
  <p:clrMapOvr>
    <a:masterClrMapping/>
  </p:clrMapOvr>
  <p:transition spd="fast" advClick="1">
    <p:push dir="l"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  <p:nextCondLst>
                <p:cond evt="onNextClick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3" grpId="1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63CE1-8EC6-66D5-4C85-71C5FF923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18874"/>
            <a:ext cx="10515600" cy="1820252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IN" sz="130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36636"/>
      </p:ext>
    </p:extLst>
  </p:cSld>
  <p:clrMapOvr>
    <a:masterClrMapping/>
  </p:clrMapOvr>
  <p:transition spd="med" advClick="1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  <p:nextCondLst>
                <p:cond evt="onNextClick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66efc78-e3a0-4d87-8693-2491a66a10d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7B021154FDF042BB30338B736EC014" ma:contentTypeVersion="5" ma:contentTypeDescription="Create a new document." ma:contentTypeScope="" ma:versionID="25010a76318ed120ba1eb95c4a0e462c">
  <xsd:schema xmlns:xsd="http://www.w3.org/2001/XMLSchema" xmlns:xs="http://www.w3.org/2001/XMLSchema" xmlns:p="http://schemas.microsoft.com/office/2006/metadata/properties" xmlns:ns3="e66efc78-e3a0-4d87-8693-2491a66a10da" targetNamespace="http://schemas.microsoft.com/office/2006/metadata/properties" ma:root="true" ma:fieldsID="f125f1a1f1f2447e4e3a81dd82410e51" ns3:_="">
    <xsd:import namespace="e66efc78-e3a0-4d87-8693-2491a66a10d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6efc78-e3a0-4d87-8693-2491a66a10d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BAD9046-1402-4D04-8210-77FD4EC61EE7}">
  <ds:schemaRefs>
    <ds:schemaRef ds:uri="http://schemas.microsoft.com/office/2006/metadata/properties"/>
    <ds:schemaRef ds:uri="http://www.w3.org/2000/xmlns/"/>
    <ds:schemaRef ds:uri="e66efc78-e3a0-4d87-8693-2491a66a10da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{506E0D4B-2265-4857-9B1A-14496DBB6C45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e66efc78-e3a0-4d87-8693-2491a66a10da"/>
  </ds:schemaRefs>
</ds:datastoreItem>
</file>

<file path=customXml/itemProps3.xml><?xml version="1.0" encoding="utf-8"?>
<ds:datastoreItem xmlns:ds="http://schemas.openxmlformats.org/officeDocument/2006/customXml" ds:itemID="{23F4BAB6-1EF9-490D-B720-E6B92CDBD40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29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ASEPTIC STERILIZATION AND PACKING SYSTEM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ASEPTIC STERILIZATION AND PACKING SYSTEM</dc:title>
  <dc:creator>Chandan T.N [BEU-Tumkur]</dc:creator>
  <cp:lastModifiedBy>918951238784</cp:lastModifiedBy>
  <cp:revision>3</cp:revision>
  <dcterms:created xsi:type="dcterms:W3CDTF">2026-07-29T14:59:42Z</dcterms:created>
  <dcterms:modified xsi:type="dcterms:W3CDTF">2026-08-09T05:31:49Z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0x010100E27B021154FDF042BB30338B736EC014</vt:lpwstr>
  </property>
</Properties>
</file>