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theme" Target="theme/theme1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viewProps" Target="viewProps.xml" /><Relationship Id="rId5" Type="http://schemas.openxmlformats.org/officeDocument/2006/relationships/slide" Target="slides/slide1.xml" /><Relationship Id="rId10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0FA3-0614-C358-5809-646D139CE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21799-F1D0-3A4A-9A27-C73893B3E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A393C-54D1-9DE5-F43A-C217BB52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DE0C0-5FDF-27F2-5657-F39E1ADF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7DFF-2D47-C6AC-BAC1-8CA2339E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DA86-98C0-696E-1E9D-1EE93F8D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54FAA-45F4-1D4B-BB62-A87759CB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56B01-0124-93D0-04F0-C39CB4C7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B7E9-5A10-AAFF-3154-4DF0B826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01AF-19C7-064A-5C3A-83FB051A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9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2180-44B2-80C9-33F4-1F42BC90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111CA-52D5-6D14-336D-AC0AB29AC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5A516-B672-1DEB-85E6-894FDE4D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3EA2C-F005-CBFA-13F7-C8E32CE4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4205-3208-769E-5C98-107BD1D3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24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C7EA-F995-8E66-939A-217524D8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3F63-E898-9CB3-9045-36349CA88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318F4-80F2-3AA3-81F7-9A459EED7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E7853-43D0-4E13-9BA6-3C56F456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7BF0-9750-1EE9-F71B-5B0A9614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38A5-932B-6563-48C6-FF38FABB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4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86E9-E67E-CAE2-7B06-606968A0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94165-AC04-CFDF-A4FB-3C125576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E61E-E724-7EB1-8F5E-0AFA70A2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8CD6D-DE86-B5E7-8D91-4F12E7B63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59E67-225B-72DC-716C-007315321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14801-4BA4-5F3E-2BE1-E05A57A8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FC39A-A534-3E57-6B8E-994C1606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14DE-1393-054A-598D-D4063664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74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2F25-3913-C6F9-EA76-84D24DA1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77173-FECE-A18F-3318-B4176870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6D3BF-B86E-43B2-2BCA-FF35B16C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4160D-2BD5-325A-D020-1CE707B4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4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D9421-FF65-F2B2-885F-4D7AE7C6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1E501-DE06-E6F9-BA68-15F879CC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81358-C1FB-A4E3-925C-2E9880DB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BC7A-0F6C-46B9-5281-5275DA3F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4C73-4860-20F6-A3B9-0194F5FD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ADC50-2FB3-19D3-3565-6DBD37D36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90077-2224-7F9C-DBDB-BF60D91B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940D4-0969-AD81-78E4-AF5160CF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D3F0-F776-4238-E8AD-66B57177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0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66B0-71F9-9BCA-32AA-58B6EDA4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4B19C-8BCD-26B1-227B-469AC031D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10886-BA1B-BDDF-4171-E2C50F652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43D98-C540-50A5-4A33-6E1DBF37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5BE8A-0CF3-7A08-3C30-36278FAB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0C920-CBE7-9125-560A-2A7F0083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7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0AC5-1E9A-325F-2D53-20AA6A87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992BD-AB97-A52B-F745-F1C60F7E0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1A89-2552-A5E2-A002-66A57A79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7653B-B592-D448-66EA-201F10F8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6908-4F50-27C7-66BA-28382F8A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06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1629C-8D09-5337-4B24-D67E3DCBE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AC8D6-6CB6-D83E-02AE-6D5D5F2DD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0518-40AD-039E-4D12-03E44CD7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64268-3DFB-1DF9-A2C1-74821516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3381-F7A6-5EAA-F824-05CB2220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3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240480-35C1-C995-8F73-0BDFABD1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1B816-6C48-5E42-7120-5FBE630E9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0F784-B5BB-22FE-1507-B7C869DBE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F517C-3B61-FFCB-7042-027AF814D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19EF-3861-C118-5FE7-023FD077A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5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EF95-C988-0504-E8BD-95127B750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ASEPTIC STERILIZATION AND PACKING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BA1C5-86AE-08C6-CB92-EEF165A8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IN" dirty="0"/>
              <a:t>SIP, PRODUCTION, CIP OPERATIONS PROCESS FLOW DAIGRAMS</a:t>
            </a:r>
          </a:p>
        </p:txBody>
      </p:sp>
    </p:spTree>
    <p:extLst>
      <p:ext uri="{BB962C8B-B14F-4D97-AF65-F5344CB8AC3E}">
        <p14:creationId xmlns:p14="http://schemas.microsoft.com/office/powerpoint/2010/main" val="216207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BE57B-1C76-7E59-2F88-CA173FB25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B0E6-9F5D-3DD6-42F5-CFC3998120FA}"/>
              </a:ext>
            </a:extLst>
          </p:cNvPr>
          <p:cNvSpPr txBox="1"/>
          <p:nvPr/>
        </p:nvSpPr>
        <p:spPr>
          <a:xfrm>
            <a:off x="2841744" y="285726"/>
            <a:ext cx="6508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 IN PLACE (SIP)</a:t>
            </a:r>
          </a:p>
        </p:txBody>
      </p:sp>
    </p:spTree>
    <p:extLst>
      <p:ext uri="{BB962C8B-B14F-4D97-AF65-F5344CB8AC3E}">
        <p14:creationId xmlns:p14="http://schemas.microsoft.com/office/powerpoint/2010/main" val="297929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5093B5-E871-EBF0-C3DC-3A46646A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FDE51-D634-801F-CD52-994C51C4A7CF}"/>
              </a:ext>
            </a:extLst>
          </p:cNvPr>
          <p:cNvSpPr txBox="1"/>
          <p:nvPr/>
        </p:nvSpPr>
        <p:spPr>
          <a:xfrm>
            <a:off x="4599533" y="351079"/>
            <a:ext cx="2989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394707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334C8-84D1-83D8-39B3-21EA4D97D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1C337-D449-1AFD-CF3B-21EAFEE9319F}"/>
              </a:ext>
            </a:extLst>
          </p:cNvPr>
          <p:cNvSpPr txBox="1"/>
          <p:nvPr/>
        </p:nvSpPr>
        <p:spPr>
          <a:xfrm>
            <a:off x="3329056" y="285726"/>
            <a:ext cx="5533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IN PLACE (CIP)</a:t>
            </a:r>
          </a:p>
        </p:txBody>
      </p:sp>
    </p:spTree>
    <p:extLst>
      <p:ext uri="{BB962C8B-B14F-4D97-AF65-F5344CB8AC3E}">
        <p14:creationId xmlns:p14="http://schemas.microsoft.com/office/powerpoint/2010/main" val="329141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3CE1-8EC6-66D5-4C85-71C5FF923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8874"/>
            <a:ext cx="10515600" cy="182025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13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3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6efc78-e3a0-4d87-8693-2491a66a10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7B021154FDF042BB30338B736EC014" ma:contentTypeVersion="5" ma:contentTypeDescription="Create a new document." ma:contentTypeScope="" ma:versionID="25010a76318ed120ba1eb95c4a0e462c">
  <xsd:schema xmlns:xsd="http://www.w3.org/2001/XMLSchema" xmlns:xs="http://www.w3.org/2001/XMLSchema" xmlns:p="http://schemas.microsoft.com/office/2006/metadata/properties" xmlns:ns3="e66efc78-e3a0-4d87-8693-2491a66a10da" targetNamespace="http://schemas.microsoft.com/office/2006/metadata/properties" ma:root="true" ma:fieldsID="f125f1a1f1f2447e4e3a81dd82410e51" ns3:_="">
    <xsd:import namespace="e66efc78-e3a0-4d87-8693-2491a66a10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efc78-e3a0-4d87-8693-2491a66a10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AD9046-1402-4D04-8210-77FD4EC61EE7}">
  <ds:schemaRefs>
    <ds:schemaRef ds:uri="http://schemas.microsoft.com/office/2006/metadata/properties"/>
    <ds:schemaRef ds:uri="http://www.w3.org/2000/xmlns/"/>
    <ds:schemaRef ds:uri="e66efc78-e3a0-4d87-8693-2491a66a10d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506E0D4B-2265-4857-9B1A-14496DBB6C4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66efc78-e3a0-4d87-8693-2491a66a10da"/>
  </ds:schemaRefs>
</ds:datastoreItem>
</file>

<file path=customXml/itemProps3.xml><?xml version="1.0" encoding="utf-8"?>
<ds:datastoreItem xmlns:ds="http://schemas.openxmlformats.org/officeDocument/2006/customXml" ds:itemID="{23F4BAB6-1EF9-490D-B720-E6B92CDBD4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ASEPTIC STERILIZATION AND PACKING SYSTEM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ASEPTIC STERILIZATION AND PACKING SYSTEM</dc:title>
  <dc:creator>Chandan T.N [BEU-Tumkur]</dc:creator>
  <cp:lastModifiedBy>918951238784</cp:lastModifiedBy>
  <cp:revision>3</cp:revision>
  <dcterms:created xsi:type="dcterms:W3CDTF">2026-07-29T14:59:42Z</dcterms:created>
  <dcterms:modified xsi:type="dcterms:W3CDTF">2026-08-09T05:31:49Z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0x010100E27B021154FDF042BB30338B736EC014</vt:lpwstr>
  </property>
</Properties>
</file>